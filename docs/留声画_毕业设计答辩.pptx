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留声画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AI 照片语音解说生成器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4B4"/>
                </a:solidFill>
              </a:defRPr>
            </a:pPr>
            <a:r>
              <a:t>2026年4月20日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项目背景与目标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技术架构概述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核心功能演示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AI 技术实现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项目亮点与创新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测试与部署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333"/>
                </a:solidFill>
              </a:defRPr>
            </a:pPr>
            <a:r>
              <a:t>问题痛点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智能手机拍照普及，照片大量存储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照片"沉睡"在相册中，难以回忆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传统相册仅提供静态展示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无法传达照片背后的情感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333"/>
                </a:solidFill>
              </a:defRPr>
            </a:pPr>
            <a:r>
              <a:t>用户需求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346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35-60岁：家庭照片需要生动展示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摄影爱好者：旅行照片需要故事化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18-35岁：追求新颖的社交分享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所有人都想让回忆"活起来"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核心目标：将静态照片转化为带语音解说和背景音乐的短视频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技术路线：照片上传 → AI分析 → 文字描述 → 语音合成 → 音乐生成 → 视频合成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应用场景：家庭回忆录、旅行纪录片、社交媒体分享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技术架构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1127729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层次</a:t>
                      </a:r>
                    </a:p>
                  </a:txBody>
                  <a:tcPr>
                    <a:solidFill>
                      <a:srgbClr val="FF3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技术选型</a:t>
                      </a:r>
                    </a:p>
                  </a:txBody>
                  <a:tcPr>
                    <a:solidFill>
                      <a:srgbClr val="FF3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FF3333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前端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Vue3 + Vite + Element Plus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现代响应式前端框架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后端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Python FastAPI + SQLAlchemy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高性能 REST API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数据库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PostgreSQL / SQLite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关系型数据库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任务队列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Celery + 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异步任务处理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图像分析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BLIP-2 (Salesforce)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视觉-语言预训练模型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语音合成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Edge-TTS (微软)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开源中文语音服务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音乐生成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MusicGen (Meta)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AI 音乐生成模型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视频合成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FFmpeg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开源音视频处理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用户浏览器 ←→ Vue3 前端 (Vercel)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HTTP REST API ←→ FastAPI 后端 (Railway)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后端模块：用户认证 | 文件管理 | 任务管理 | 分享功能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数据库：PostgreSQL 存储用户、文件、任务数据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缓存/队列：Redis 支持 Celery 异步任务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AI 推理：BLIP-2 / Edge-TTS / MusicGen / FFmpeg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核心功能演示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✅ 用户注册/登录 - JWT Token 认证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✅ 照片上传 - 支持 JPG/PNG/WebP，最大 20MB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✅ 一键生成 - AI 自动完成全流程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✅ 实时进度 - 分步骤展示处理状态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✅ 视频播放 - 在线预览生成结果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✅ 视频下载 - 一键保存到本地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✅ 分享链接 - 生成分享码，好友可直接观看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技术实现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333"/>
                </a:solidFill>
              </a:defRPr>
            </a:pPr>
            <a:r>
              <a:t>BLIP-2 图像分析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Salesforce 开源的视觉-语言模型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分析照片场景、物体、氛围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生成富有情感的描述文字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支持中文场景理解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333"/>
                </a:solidFill>
              </a:defRPr>
            </a:pPr>
            <a:r>
              <a:t>Edge-TTS 语音合成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346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微软开源的中文语音服务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支持多种音色：晓晓、云扬等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完全免费，无需 API Key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语音自然流畅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技术实现（续）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333"/>
                </a:solidFill>
              </a:defRPr>
            </a:pPr>
            <a:r>
              <a:t>MusicGen 音乐生成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Meta 开源的音乐生成模型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根据文字描述生成匹配音乐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支持多种风格：柔和/动感/抒情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音乐长度可自定义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333"/>
                </a:solidFill>
              </a:defRPr>
            </a:pPr>
            <a:r>
              <a:t>FFmpeg 视频合成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346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开源音视频处理工具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合并照片+语音+音乐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输出 MP4 格式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支持多种分辨率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零成本开发：使用开源 AI 模型，无需付费 API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免费部署：Vercel + Railway 免费额度即可运行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异步处理：Celery 任务队列，支持后台处理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降级策略：AI 服务不可用时自动降级，保证可用性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响应式设计：适配手机、平板、桌面各种设备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完整测试：27 个自动化测试用例，100% 通过率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开发过程与问题解决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1127729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FF3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解决方案</a:t>
                      </a:r>
                    </a:p>
                  </a:txBody>
                  <a:tcPr>
                    <a:solidFill>
                      <a:srgbClr val="FF3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FF333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AI模型需要GPU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使用本地RTX 3060或云服务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✓ 解决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语音服务调用失败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实现fallback降级逻辑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✓ 解决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任务状态管理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Vue reactive + 轮询机制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✓ 解决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前后端联调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配置Vite代理解决跨域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✓ 解决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删除功能异常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修复defineProps变量引用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✓ 解决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测试结果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1127729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测试类型</a:t>
                      </a:r>
                    </a:p>
                  </a:txBody>
                  <a:tcPr>
                    <a:solidFill>
                      <a:srgbClr val="FF3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用例数</a:t>
                      </a:r>
                    </a:p>
                  </a:txBody>
                  <a:tcPr>
                    <a:solidFill>
                      <a:srgbClr val="FF3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通过率</a:t>
                      </a:r>
                    </a:p>
                  </a:txBody>
                  <a:tcPr>
                    <a:solidFill>
                      <a:srgbClr val="FF3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认证模块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文件模块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任务模块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分享模块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安全测试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健康检查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总计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333"/>
                </a:solidFill>
              </a:defRPr>
            </a:pPr>
            <a:r>
              <a:t>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✅ 前后端 Web 系统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✅ AI 图像分析和语音合成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✅ 背景音乐生成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✅ 视频合成与分享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✅ 自动化测试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✅ 部署配置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333"/>
                </a:solidFill>
              </a:defRPr>
            </a:pPr>
            <a:r>
              <a:t>待完善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346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⏳ AI 生成质量优化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⏳ 批量处理功能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⏳ 更多语音和音乐风格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⏳ 用户自定义模板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⏳ 社交功能增强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感谢各位老师！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